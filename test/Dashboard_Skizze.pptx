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3" d="100"/>
          <a:sy n="83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94510-CF1E-5B05-605E-520111AB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F42C22-EE24-D23E-4F83-6538232C0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E37A3-C0D8-DF7F-B2A0-74EE9A77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574113-F092-89C1-B533-C395D75E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5C57E5-C2EF-F00A-6392-7E0726F7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23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33A2B-E030-0862-9A8D-4C52B6B6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6A07A0-8AA1-B835-F9E7-31E2C3413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50E69F-A0B9-76AB-9D4C-9AF7EC3B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9B6E70-35B4-9086-B79B-F832ED3A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9BA5D9-B58B-E373-2EC0-DF9F5D3B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47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A0D40-4470-5519-770C-F12CA5CD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001E6E-FB41-3B83-DEF8-944A411D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3B9F10-FFD9-2D98-3AEA-D56570B7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9C38F8-B920-9F95-8ED3-4BEEF2A6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473012-C5EB-E892-83DA-153C9485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52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D9318-F791-FD71-2964-85FC4FB2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558D19-85BE-0A11-4E77-07E6E2CB5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FBB507-7B35-BB6A-944F-5A95CF83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56521-8786-C0A7-4DB2-BC7F13060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70B202-12CA-ED18-69C6-EF4F2458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EE9A97-0A52-80DA-D0E8-E64E0428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58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43C9D-09FB-CF02-6D7F-3EBFE1C0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BCF113-17EE-55D0-2291-131C8A5CB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2D8DAB-D20A-CE24-FE89-6EBBEB787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569C91-F87E-CA54-43C0-89CDA1497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7CBF8E2-1C33-3710-44D3-73C5D8760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EA0F4B-F959-EEE1-4808-603347C2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C501828-1D51-12AA-0B57-B4B94BBB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ECBBD29-FBA7-FEE7-0735-C7D98B9F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5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57D1F-AB6E-226D-201D-5DE900C8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69723D-C650-275F-99A5-B08500D5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17C929-188E-C9DA-EB64-CE75E87D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8A0068-66D9-F2AD-69BF-83869FD8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29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4BB7F3-F2C8-7E15-3A8A-6144C89C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4409DA-F8C5-1978-4145-481F4264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10D7F3-B111-988E-D98B-D4EAFA22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718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E7836A-B818-87F1-8D81-B942BE43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1CAD9A-1287-E0FA-C617-B3401933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82D303-CF18-9475-2CA1-766A5C676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C6A3B0-E4B5-92F5-3A56-89CC14E6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173871-BC7A-3E11-32DB-C462ECDE3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C822DF-70D6-FB77-3AF5-FCC78C9B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77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00570E-0148-6F74-DB14-96DAB315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1142BB-31CA-0D93-0D63-DEA087C80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73ABEF-59E7-E5CB-8A60-A052F0A3D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8CD8FF-99BF-FFD7-3903-2B3EC82B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E77256-E748-AF18-BA0F-B8F36FFB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92CA1B-02A6-C12A-ABDC-23F11248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02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6E263-174E-C267-E8B0-49EA0C93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BC92A5-1AD1-8235-B3EC-6C2584A63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54DC57-2DCA-38AD-5760-1D556573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A3284A-D546-CEAE-2B32-3DFEB864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8CF5CF-C75B-0F63-7328-F6E490C9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16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2A754B3-319C-5A31-42E6-273BBEBE5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E40AA3-252E-97B2-AA86-BB557409E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B094B1-901B-882C-BCA7-53B3C5C8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591B8C-8D09-71DE-F27A-AD5D4063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C5ABB6-E124-5AA5-BE09-2C5EFA81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640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7F2FBB-2208-01A1-B09C-1801E064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FD8026-FE05-80B9-B27A-EA37E85A1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5D834-8CBE-3C49-8002-B2FF4B69B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D913D-8A5C-4D5F-AE1F-85EDDD79827A}" type="datetimeFigureOut">
              <a:rPr lang="de-DE" smtClean="0"/>
              <a:t>15.07.2025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4F3772-B279-3882-151D-FC7BB5131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FDFC87-5F7E-2FB4-8AA3-B07788A5B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8558E-D90D-4597-970E-92A0FFC0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88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473B040-0442-58AF-EC44-490093D92CB9}"/>
              </a:ext>
            </a:extLst>
          </p:cNvPr>
          <p:cNvSpPr txBox="1"/>
          <p:nvPr/>
        </p:nvSpPr>
        <p:spPr>
          <a:xfrm>
            <a:off x="777766" y="777765"/>
            <a:ext cx="1063646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Überschrift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416373-49EC-CB40-C286-982B8973CCCE}"/>
              </a:ext>
            </a:extLst>
          </p:cNvPr>
          <p:cNvSpPr txBox="1"/>
          <p:nvPr/>
        </p:nvSpPr>
        <p:spPr>
          <a:xfrm>
            <a:off x="8160026" y="1135885"/>
            <a:ext cx="325420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Drop down Menü Land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5652263-AC16-A5CB-582E-CB8DCB67F24D}"/>
              </a:ext>
            </a:extLst>
          </p:cNvPr>
          <p:cNvSpPr txBox="1"/>
          <p:nvPr/>
        </p:nvSpPr>
        <p:spPr>
          <a:xfrm>
            <a:off x="0" y="2121650"/>
            <a:ext cx="777764" cy="938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Drop down Menü Emmis-</a:t>
            </a:r>
            <a:r>
              <a:rPr lang="de-DE" sz="1100" dirty="0" err="1"/>
              <a:t>sions</a:t>
            </a:r>
            <a:r>
              <a:rPr lang="de-DE" sz="1100" dirty="0"/>
              <a:t>-Typ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A6D6B21-0780-9207-DD2D-5B79B4D414D2}"/>
              </a:ext>
            </a:extLst>
          </p:cNvPr>
          <p:cNvSpPr txBox="1"/>
          <p:nvPr/>
        </p:nvSpPr>
        <p:spPr>
          <a:xfrm>
            <a:off x="777764" y="1482245"/>
            <a:ext cx="1063646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Zeitstrahl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EAEBDA2-BD2A-9C73-8E43-7F459D66DDD3}"/>
              </a:ext>
            </a:extLst>
          </p:cNvPr>
          <p:cNvSpPr txBox="1"/>
          <p:nvPr/>
        </p:nvSpPr>
        <p:spPr>
          <a:xfrm>
            <a:off x="1" y="1844651"/>
            <a:ext cx="77776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Sidebar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CE76143-11D0-B6A8-CEE0-6299DA8E55C1}"/>
              </a:ext>
            </a:extLst>
          </p:cNvPr>
          <p:cNvSpPr txBox="1"/>
          <p:nvPr/>
        </p:nvSpPr>
        <p:spPr>
          <a:xfrm>
            <a:off x="777765" y="1124685"/>
            <a:ext cx="542425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Drop down Menü Kontinent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AF6BF6C-CA6D-8E9F-2986-0BDE36094326}"/>
              </a:ext>
            </a:extLst>
          </p:cNvPr>
          <p:cNvGrpSpPr/>
          <p:nvPr/>
        </p:nvGrpSpPr>
        <p:grpSpPr>
          <a:xfrm>
            <a:off x="777764" y="1896029"/>
            <a:ext cx="5318236" cy="2366456"/>
            <a:chOff x="777764" y="1896029"/>
            <a:chExt cx="4442305" cy="2366456"/>
          </a:xfrm>
          <a:solidFill>
            <a:schemeClr val="tx2">
              <a:lumMod val="10000"/>
              <a:lumOff val="90000"/>
            </a:schemeClr>
          </a:solidFill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445AD577-744F-AD0C-C35D-8561428C05F9}"/>
                </a:ext>
              </a:extLst>
            </p:cNvPr>
            <p:cNvGrpSpPr/>
            <p:nvPr/>
          </p:nvGrpSpPr>
          <p:grpSpPr>
            <a:xfrm>
              <a:off x="777764" y="2343842"/>
              <a:ext cx="4442305" cy="1918643"/>
              <a:chOff x="2315817" y="1580322"/>
              <a:chExt cx="6867940" cy="2882348"/>
            </a:xfrm>
            <a:grpFill/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1380C439-6553-35EA-D8FF-9DD178CC9DB2}"/>
                  </a:ext>
                </a:extLst>
              </p:cNvPr>
              <p:cNvSpPr/>
              <p:nvPr/>
            </p:nvSpPr>
            <p:spPr>
              <a:xfrm>
                <a:off x="2315817" y="1580322"/>
                <a:ext cx="6867940" cy="288234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E548D10-477F-897D-15E8-17DFF94B86B2}"/>
                  </a:ext>
                </a:extLst>
              </p:cNvPr>
              <p:cNvSpPr txBox="1"/>
              <p:nvPr/>
            </p:nvSpPr>
            <p:spPr>
              <a:xfrm>
                <a:off x="3294822" y="2570122"/>
                <a:ext cx="4909930" cy="554842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/>
                  <a:t>Line</a:t>
                </a:r>
              </a:p>
            </p:txBody>
          </p:sp>
        </p:grp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41BB1C22-8E4E-B993-0A72-D765F9D1670D}"/>
                </a:ext>
              </a:extLst>
            </p:cNvPr>
            <p:cNvSpPr txBox="1"/>
            <p:nvPr/>
          </p:nvSpPr>
          <p:spPr>
            <a:xfrm>
              <a:off x="777764" y="1896029"/>
              <a:ext cx="4442305" cy="276999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Titel Graph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CDE25EB-8978-B327-24D4-7A93964ECD4C}"/>
              </a:ext>
            </a:extLst>
          </p:cNvPr>
          <p:cNvGrpSpPr/>
          <p:nvPr/>
        </p:nvGrpSpPr>
        <p:grpSpPr>
          <a:xfrm>
            <a:off x="6202016" y="1883882"/>
            <a:ext cx="5212216" cy="2366456"/>
            <a:chOff x="777764" y="1896029"/>
            <a:chExt cx="4442305" cy="2366456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5DF2534A-7408-3347-1BB9-E8EE14CFB42B}"/>
                </a:ext>
              </a:extLst>
            </p:cNvPr>
            <p:cNvGrpSpPr/>
            <p:nvPr/>
          </p:nvGrpSpPr>
          <p:grpSpPr>
            <a:xfrm>
              <a:off x="777764" y="2343842"/>
              <a:ext cx="4442305" cy="1918643"/>
              <a:chOff x="2315817" y="1580322"/>
              <a:chExt cx="6867940" cy="2882348"/>
            </a:xfrm>
          </p:grpSpPr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884AECF-5C23-B6CD-87F4-926625A0C42E}"/>
                  </a:ext>
                </a:extLst>
              </p:cNvPr>
              <p:cNvSpPr/>
              <p:nvPr/>
            </p:nvSpPr>
            <p:spPr>
              <a:xfrm>
                <a:off x="2315817" y="1580322"/>
                <a:ext cx="6867940" cy="288234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0643BE3-1EAE-46FC-B2ED-10564B6A2E68}"/>
                  </a:ext>
                </a:extLst>
              </p:cNvPr>
              <p:cNvSpPr txBox="1"/>
              <p:nvPr/>
            </p:nvSpPr>
            <p:spPr>
              <a:xfrm>
                <a:off x="3294822" y="2570122"/>
                <a:ext cx="4909930" cy="55484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/>
                  <a:t>Facts</a:t>
                </a:r>
              </a:p>
            </p:txBody>
          </p:sp>
        </p:grp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F814A33F-7EAB-7178-8A65-C887CE75767C}"/>
                </a:ext>
              </a:extLst>
            </p:cNvPr>
            <p:cNvSpPr txBox="1"/>
            <p:nvPr/>
          </p:nvSpPr>
          <p:spPr>
            <a:xfrm>
              <a:off x="777764" y="1896029"/>
              <a:ext cx="4442305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Titel Graph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3AE1B3A-F533-DCC5-79A5-8624CA54C999}"/>
              </a:ext>
            </a:extLst>
          </p:cNvPr>
          <p:cNvGrpSpPr/>
          <p:nvPr/>
        </p:nvGrpSpPr>
        <p:grpSpPr>
          <a:xfrm>
            <a:off x="777764" y="4329990"/>
            <a:ext cx="5318236" cy="2366456"/>
            <a:chOff x="777764" y="1896029"/>
            <a:chExt cx="4442305" cy="2366456"/>
          </a:xfrm>
        </p:grpSpPr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46555BA1-920E-3153-9001-AB2702748899}"/>
                </a:ext>
              </a:extLst>
            </p:cNvPr>
            <p:cNvGrpSpPr/>
            <p:nvPr/>
          </p:nvGrpSpPr>
          <p:grpSpPr>
            <a:xfrm>
              <a:off x="777764" y="2343842"/>
              <a:ext cx="4442305" cy="1918643"/>
              <a:chOff x="2315817" y="1580322"/>
              <a:chExt cx="6867940" cy="2882348"/>
            </a:xfrm>
          </p:grpSpPr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F946ED0A-F8B8-922B-30AB-E964148787C3}"/>
                  </a:ext>
                </a:extLst>
              </p:cNvPr>
              <p:cNvSpPr/>
              <p:nvPr/>
            </p:nvSpPr>
            <p:spPr>
              <a:xfrm>
                <a:off x="2315817" y="1580322"/>
                <a:ext cx="6867940" cy="288234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07100C11-8F33-D07F-673B-71E710636476}"/>
                  </a:ext>
                </a:extLst>
              </p:cNvPr>
              <p:cNvSpPr txBox="1"/>
              <p:nvPr/>
            </p:nvSpPr>
            <p:spPr>
              <a:xfrm>
                <a:off x="3294822" y="2570122"/>
                <a:ext cx="4909930" cy="55484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 err="1"/>
                  <a:t>Map</a:t>
                </a:r>
                <a:endParaRPr lang="de-DE" b="1" dirty="0"/>
              </a:p>
            </p:txBody>
          </p:sp>
        </p:grp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5B701A64-F153-AF26-7DB4-D8F86D73C576}"/>
                </a:ext>
              </a:extLst>
            </p:cNvPr>
            <p:cNvSpPr txBox="1"/>
            <p:nvPr/>
          </p:nvSpPr>
          <p:spPr>
            <a:xfrm>
              <a:off x="777764" y="1896029"/>
              <a:ext cx="4442305" cy="276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Titel Graph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377D6E21-9BD4-77A4-01D2-C06B77F85468}"/>
              </a:ext>
            </a:extLst>
          </p:cNvPr>
          <p:cNvGrpSpPr/>
          <p:nvPr/>
        </p:nvGrpSpPr>
        <p:grpSpPr>
          <a:xfrm>
            <a:off x="6202016" y="4329990"/>
            <a:ext cx="5212216" cy="2366456"/>
            <a:chOff x="777764" y="1896029"/>
            <a:chExt cx="4442305" cy="2366456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A46E834F-5B58-667B-3DCA-6F692E7A30C5}"/>
                </a:ext>
              </a:extLst>
            </p:cNvPr>
            <p:cNvGrpSpPr/>
            <p:nvPr/>
          </p:nvGrpSpPr>
          <p:grpSpPr>
            <a:xfrm>
              <a:off x="777764" y="2343842"/>
              <a:ext cx="4442305" cy="1918643"/>
              <a:chOff x="2315817" y="1580322"/>
              <a:chExt cx="6867940" cy="2882348"/>
            </a:xfrm>
          </p:grpSpPr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63327E50-8F28-D08B-4059-67FFA7BA51E5}"/>
                  </a:ext>
                </a:extLst>
              </p:cNvPr>
              <p:cNvSpPr/>
              <p:nvPr/>
            </p:nvSpPr>
            <p:spPr>
              <a:xfrm>
                <a:off x="2315817" y="1580322"/>
                <a:ext cx="6867940" cy="288234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D030FDE-CFEA-1F74-739C-7276D374CA7D}"/>
                  </a:ext>
                </a:extLst>
              </p:cNvPr>
              <p:cNvSpPr txBox="1"/>
              <p:nvPr/>
            </p:nvSpPr>
            <p:spPr>
              <a:xfrm>
                <a:off x="3294822" y="2570122"/>
                <a:ext cx="4909930" cy="55484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 err="1"/>
                  <a:t>Pie</a:t>
                </a:r>
                <a:endParaRPr lang="de-DE" b="1" dirty="0"/>
              </a:p>
            </p:txBody>
          </p:sp>
        </p:grp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96C9EE4E-F174-B39F-7007-782B41CE5F2A}"/>
                </a:ext>
              </a:extLst>
            </p:cNvPr>
            <p:cNvSpPr txBox="1"/>
            <p:nvPr/>
          </p:nvSpPr>
          <p:spPr>
            <a:xfrm>
              <a:off x="777764" y="1896029"/>
              <a:ext cx="4442305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Titel Graph</a:t>
              </a: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D95542A1-A4F3-DDA9-8272-5189DDAE84C3}"/>
              </a:ext>
            </a:extLst>
          </p:cNvPr>
          <p:cNvSpPr txBox="1"/>
          <p:nvPr/>
        </p:nvSpPr>
        <p:spPr>
          <a:xfrm>
            <a:off x="1625600" y="73891"/>
            <a:ext cx="774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Jede Farbe bildet einen modularen Aspekt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4CCD894-EE2F-1B07-6967-99280C4C90EC}"/>
              </a:ext>
            </a:extLst>
          </p:cNvPr>
          <p:cNvSpPr txBox="1"/>
          <p:nvPr/>
        </p:nvSpPr>
        <p:spPr>
          <a:xfrm>
            <a:off x="9254634" y="3095423"/>
            <a:ext cx="2011817" cy="923330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Welche Fakt‘s sollen mit auf die Seite?</a:t>
            </a:r>
          </a:p>
        </p:txBody>
      </p:sp>
    </p:spTree>
    <p:extLst>
      <p:ext uri="{BB962C8B-B14F-4D97-AF65-F5344CB8AC3E}">
        <p14:creationId xmlns:p14="http://schemas.microsoft.com/office/powerpoint/2010/main" val="8791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Breitbild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Christine Eisenburger</dc:creator>
  <cp:lastModifiedBy>Christine Eisenburger</cp:lastModifiedBy>
  <cp:revision>6</cp:revision>
  <dcterms:created xsi:type="dcterms:W3CDTF">2025-07-15T07:16:13Z</dcterms:created>
  <dcterms:modified xsi:type="dcterms:W3CDTF">2025-07-15T08:26:47Z</dcterms:modified>
</cp:coreProperties>
</file>